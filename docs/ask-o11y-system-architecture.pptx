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0" y="914400"/>
            <a:ext cx="1417320" cy="74980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0" y="1078992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4B81FF"/>
                </a:solidFill>
                <a:latin typeface="Noto Sans CJK TC"/>
              </a:rPr>
              <a:t>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920240"/>
            <a:ext cx="1417320" cy="74980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2084832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48CAE4"/>
                </a:solidFill>
                <a:latin typeface="Noto Sans CJK TC"/>
              </a:rPr>
              <a:t>MCP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3108960"/>
            <a:ext cx="1417320" cy="74980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3273552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43CA93"/>
                </a:solidFill>
                <a:latin typeface="Noto Sans CJK TC"/>
              </a:rPr>
              <a:t>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4297680"/>
            <a:ext cx="1417320" cy="749808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0" y="4462272"/>
            <a:ext cx="14173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B177FF"/>
                </a:solidFill>
                <a:latin typeface="Noto Sans CJK TC"/>
              </a:rPr>
              <a:t>GRAFANA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06840" y="1289304"/>
            <a:ext cx="594360" cy="100584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555480" y="2670048"/>
            <a:ext cx="45720" cy="804672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55480" y="3858768"/>
            <a:ext cx="594360" cy="813816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1051560"/>
            <a:ext cx="62179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8CAE4"/>
                </a:solidFill>
                <a:latin typeface="Noto Sans CJK TC"/>
              </a:rPr>
              <a:t>ASK O11Y × GRAFANA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6583680" cy="1371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200" b="1">
                <a:solidFill>
                  <a:srgbClr val="F5F8FC"/>
                </a:solidFill>
                <a:latin typeface="Noto Sans CJK TC"/>
              </a:rPr>
              <a:t>本專案系統架構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46120"/>
            <a:ext cx="5943600" cy="9144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AEBCCF"/>
                </a:solidFill>
                <a:latin typeface="Noto Sans CJK TC"/>
              </a:rPr>
              <a:t>動態 LLM 規劃 · 五個 MCP 信任邊界
Grafana 唯一資料查詢與 Dashboard 寫入邊界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989320"/>
            <a:ext cx="5303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EBCCF"/>
                </a:solidFill>
                <a:latin typeface="Noto Sans CJK TC"/>
              </a:rPr>
              <a:t>Architecture briefing ·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設計目標：讓自然語言分析可控、可追溯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來源：docs/adr/0001、0003；Ask O11y README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73152" cy="13716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8CAE4"/>
                </a:solidFill>
                <a:latin typeface="Noto Sans CJK TC"/>
              </a:rPr>
              <a:t>一個規劃者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56231"/>
            <a:ext cx="310896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Ask O11y 是唯一 runtime LLM；
依工具 schema 與使用者意圖動態組合。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3716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7218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A94D"/>
                </a:solidFill>
                <a:latin typeface="Noto Sans CJK TC"/>
              </a:rPr>
              <a:t>兩個唯一邊界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1"/>
            <a:ext cx="310896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Grafana Query 執行資料；
built-in Grafana MCP 寫 Dashboard。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429000" cy="13716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73152" cy="1371600"/>
          </a:xfrm>
          <a:prstGeom prst="rect">
            <a:avLst/>
          </a:prstGeom>
          <a:solidFill>
            <a:srgbClr val="B1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47218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B177FF"/>
                </a:solidFill>
                <a:latin typeface="Noto Sans CJK TC"/>
              </a:rPr>
              <a:t>沒有固定 DAG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856231"/>
            <a:ext cx="310896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Query、Dashboard、Sandbox 按需求組合；
不硬編碼方法、欄位或面板。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3017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保留的核心原則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03320"/>
            <a:ext cx="4983480" cy="20116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先產生 Analysis Preview，再由使用者確認執行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用 opaque refs 傳遞查詢計畫、資料 frame 與產物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語意宣告可解釋；Planner 以 deterministic gate 最終裁決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46120"/>
            <a:ext cx="30175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Noto Sans CJK TC"/>
              </a:rPr>
              <a:t>刻意排除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03320"/>
            <a:ext cx="5212080" cy="201168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MCP 直接持有資料庫帳密或繞過 Grafana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在 MCP host 執行 LLM 生成的 Python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600">
                <a:solidFill>
                  <a:srgbClr val="F5F8FC"/>
                </a:solidFill>
                <a:latin typeface="Noto Sans CJK TC"/>
              </a:defRPr>
            </a:pPr>
            <a:r>
              <a:t>•  第二個圖表規劃器或固定分析方法 router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整體架構：Ask O11y 動態選擇受控能力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來源：docs/adr/0003；docs/design/sandbox-analysis-mcp.md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1417320" cy="822960"/>
          </a:xfrm>
          <a:prstGeom prst="roundRect">
            <a:avLst/>
          </a:prstGeom>
          <a:solidFill>
            <a:srgbClr val="203046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615184"/>
            <a:ext cx="12344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使用者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62656"/>
            <a:ext cx="123444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Grafana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212848"/>
            <a:ext cx="1920240" cy="1417320"/>
          </a:xfrm>
          <a:prstGeom prst="roundRect">
            <a:avLst/>
          </a:prstGeom>
          <a:solidFill>
            <a:srgbClr val="1C304C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313432"/>
            <a:ext cx="17373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Ask O11y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660904"/>
            <a:ext cx="1737360" cy="9052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React UI + Go backend
唯一 runtime LLM planner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926080"/>
            <a:ext cx="411480" cy="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09160" y="1143000"/>
            <a:ext cx="141732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43584"/>
            <a:ext cx="12344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Ontology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91056"/>
            <a:ext cx="123444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唯讀語意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251960" y="1965960"/>
            <a:ext cx="1143000" cy="548640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1143000"/>
            <a:ext cx="141732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43584"/>
            <a:ext cx="12344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91056"/>
            <a:ext cx="123444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plan-only gate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251960" y="1965960"/>
            <a:ext cx="2834640" cy="548640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092440" y="1143000"/>
            <a:ext cx="141732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243584"/>
            <a:ext cx="12344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Grafana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1591056"/>
            <a:ext cx="123444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唯一資料執行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251960" y="1965960"/>
            <a:ext cx="4526280" cy="548640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1143000"/>
            <a:ext cx="141732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1243584"/>
            <a:ext cx="12344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Noto Sans CJK TC"/>
              </a:rPr>
              <a:t>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1591056"/>
            <a:ext cx="123444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隔離 Python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4251960" y="1965960"/>
            <a:ext cx="6217920" cy="548640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83680" y="2743200"/>
            <a:ext cx="205740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843784"/>
            <a:ext cx="1874519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Artifact Bridge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91256"/>
            <a:ext cx="1874519" cy="35661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隱藏：只解析 opaque binding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51960" y="2880360"/>
            <a:ext cx="2331720" cy="301752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189720" y="2743200"/>
            <a:ext cx="210312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2843784"/>
            <a:ext cx="1920239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Built-in Grafana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91256"/>
            <a:ext cx="1920239" cy="35661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唯一 Dashboard writer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4251960" y="3182112"/>
            <a:ext cx="4937760" cy="64008"/>
          </a:xfrm>
          <a:prstGeom prst="line">
            <a:avLst/>
          </a:prstGeom>
          <a:ln w="25400">
            <a:solidFill>
              <a:srgbClr val="4759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400800" y="4617720"/>
            <a:ext cx="214884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4718304"/>
            <a:ext cx="19659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datasources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65776"/>
            <a:ext cx="1965960" cy="35661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CSV / MSSQL / observability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4617720"/>
            <a:ext cx="2103120" cy="86868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4718304"/>
            <a:ext cx="1920239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5065776"/>
            <a:ext cx="1920239" cy="35661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Preview → Publish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7498079" y="1965960"/>
            <a:ext cx="1280161" cy="2651760"/>
          </a:xfrm>
          <a:prstGeom prst="line">
            <a:avLst/>
          </a:prstGeom>
          <a:ln w="25400">
            <a:solidFill>
              <a:srgbClr val="48C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241280" y="3611880"/>
            <a:ext cx="0" cy="1005840"/>
          </a:xfrm>
          <a:prstGeom prst="line">
            <a:avLst/>
          </a:prstGeom>
          <a:ln w="25400">
            <a:solidFill>
              <a:srgbClr val="FFA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AEBCCF"/>
                </a:solidFill>
                <a:latin typeface="Noto Sans CJK TC"/>
              </a:rPr>
              <a:t>實線＝資料／寫入路徑　·　虛線＝Ask O11y 可動態選擇的 MCP 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03 /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五個 MCP：各自只做一件事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來源：config/adaptive-mcp-capabilities.json；docs/adr/0003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74980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38988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EBCCF"/>
                </a:solidFill>
                <a:latin typeface="DejaVu Sans"/>
              </a:rPr>
              <a:t>:8771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62456"/>
            <a:ext cx="74980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Noto Sans CJK TC"/>
              </a:rPr>
              <a:t>讀取 immutable semantic snapshot；解析概念、欄位角色與關聯。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10835640" cy="74980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50008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8CAE4"/>
                </a:solidFill>
                <a:latin typeface="Noto Sans CJK TC"/>
              </a:rPr>
              <a:t>Data Query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35000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EBCCF"/>
                </a:solidFill>
                <a:latin typeface="DejaVu Sans"/>
              </a:rPr>
              <a:t>:8768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22576"/>
            <a:ext cx="74980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Noto Sans CJK TC"/>
              </a:rPr>
              <a:t>建立 immutable plan；執行最終 deterministic semantic / SQL gate。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80"/>
            <a:ext cx="10835640" cy="74980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10128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B81FF"/>
                </a:solidFill>
                <a:latin typeface="Noto Sans CJK TC"/>
              </a:rPr>
              <a:t>Grafana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31012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EBCCF"/>
                </a:solidFill>
                <a:latin typeface="DejaVu Sans"/>
              </a:rPr>
              <a:t>:8772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82696"/>
            <a:ext cx="74980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Noto Sans CJK TC"/>
              </a:rPr>
              <a:t>透過 Grafana /api/ds/query 執行已授權計畫，回傳 frame_ref。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14800"/>
            <a:ext cx="10835640" cy="74980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70248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B177FF"/>
                </a:solidFill>
                <a:latin typeface="Noto Sans CJK TC"/>
              </a:rPr>
              <a:t>Sandbox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7024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EBCCF"/>
                </a:solidFill>
                <a:latin typeface="DejaVu Sans"/>
              </a:rPr>
              <a:t>:8777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42816"/>
            <a:ext cx="74980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Noto Sans CJK TC"/>
              </a:rPr>
              <a:t>在 fresh OpenSandbox 執行完整 Python，回傳 bounded outputs / refs。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74920"/>
            <a:ext cx="10835640" cy="749808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30368"/>
            <a:ext cx="2148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Artifact Bridge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230368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AEBCCF"/>
                </a:solidFill>
                <a:latin typeface="DejaVu Sans"/>
              </a:rPr>
              <a:t>:8773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02936"/>
            <a:ext cx="74980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Noto Sans CJK TC"/>
              </a:rPr>
              <a:t>模型不可見；把 plan / PNG binding 解析成受信任資料或簽名 URL。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80760"/>
            <a:ext cx="107899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EBCCF"/>
                </a:solidFill>
                <a:latin typeface="Noto Sans CJK TC"/>
              </a:rPr>
              <a:t>內建 Grafana MCP 不在上述外部 endpoint 清單中；它保留 Grafana 原生查詢／Dashboard 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04 / REQUEST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一次請求的生命週期：先預覽，再執行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來源：scripts/configure-ask-o11y-workflow-tools.py；docs/design/ontology-assisted-analysis.md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8952" y="1536192"/>
            <a:ext cx="457200" cy="457200"/>
          </a:xfrm>
          <a:prstGeom prst="ellipse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7276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49961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理解意圖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84831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Ask O11y 讀取 live schemas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95928" y="2039112"/>
            <a:ext cx="3657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34840" y="132588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1536192"/>
            <a:ext cx="457200" cy="457200"/>
          </a:xfrm>
          <a:prstGeom prst="ellipse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57276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49961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語意與計畫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084831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Ontology + Planner（可在確認前）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6408" y="2039112"/>
            <a:ext cx="3657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132588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39912" y="1536192"/>
            <a:ext cx="457200" cy="457200"/>
          </a:xfrm>
          <a:prstGeom prst="ellipse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57276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49961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Analysis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084831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目標、欄位、方法、風險、驗證計畫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47472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8952" y="3685032"/>
            <a:ext cx="457200" cy="457200"/>
          </a:xfrm>
          <a:prstGeom prst="ellipse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72160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64845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使用者確認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233672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綁定精確 plan / snapshot / assumptions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95928" y="4187952"/>
            <a:ext cx="3657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34840" y="347472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99432" y="3685032"/>
            <a:ext cx="457200" cy="457200"/>
          </a:xfrm>
          <a:prstGeom prst="ellipse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9432" y="372160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364845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選擇性執行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4233672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Grafana Query → optional Sandbox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36408" y="4187952"/>
            <a:ext cx="36576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75320" y="3474720"/>
            <a:ext cx="3401568" cy="141732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39912" y="3685032"/>
            <a:ext cx="457200" cy="457200"/>
          </a:xfrm>
          <a:prstGeom prst="ellipse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3721608"/>
            <a:ext cx="4572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A1220"/>
                </a:solidFill>
                <a:latin typeface="Noto Sans CJK T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5128" y="3648456"/>
            <a:ext cx="24231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Noto Sans CJK TC"/>
              </a:rPr>
              <a:t>交付結果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4233672"/>
            <a:ext cx="29718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Result Preview 或 Grafana Preview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058400" y="2743200"/>
            <a:ext cx="0" cy="713232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31520" y="5742432"/>
            <a:ext cx="1078992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A94D"/>
                </a:solidFill>
                <a:latin typeface="Noto Sans CJK TC"/>
              </a:rPr>
              <a:t>若中間證據導致 datasource、欄位、方法或輸出有重大變更，必須重新提出 Preview 並確認。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05 /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資料與產物：模型只看 bounded metadata 與 opaque refs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來源：docs/design/sandbox-analysis-mcp.md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4592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57984"/>
            <a:ext cx="14630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Datasource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05456"/>
            <a:ext cx="146304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Grafana 管理連線與權限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057400"/>
            <a:ext cx="164592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157984"/>
            <a:ext cx="14630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Grafana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505456"/>
            <a:ext cx="146304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exact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057400"/>
            <a:ext cx="164592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57984"/>
            <a:ext cx="14630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frame_ref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505456"/>
            <a:ext cx="146304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columnar JSON bundle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057400"/>
            <a:ext cx="164592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157984"/>
            <a:ext cx="146304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OpenSandbox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05456"/>
            <a:ext cx="146304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validity filter +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325880"/>
            <a:ext cx="237744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26464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inline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73936"/>
            <a:ext cx="219456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≤ 32 KiB text /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423160"/>
            <a:ext cx="237744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523744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execution_ref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871215"/>
            <a:ext cx="219456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PNG / CSV / provenance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15400" y="3520440"/>
            <a:ext cx="2377440" cy="82296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621024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derived_frame_ref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968496"/>
            <a:ext cx="2194560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可鏈接下一個分析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48840" y="2514600"/>
            <a:ext cx="4572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251960" y="2514600"/>
            <a:ext cx="4572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355080" y="2514600"/>
            <a:ext cx="45720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8200" y="1737360"/>
            <a:ext cx="457200" cy="77724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58200" y="2514600"/>
            <a:ext cx="457200" cy="32004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58200" y="2514600"/>
            <a:ext cx="457200" cy="141732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" y="4160520"/>
            <a:ext cx="3429000" cy="123444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160520"/>
            <a:ext cx="73152" cy="123444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30682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Noto Sans CJK TC"/>
              </a:rPr>
              <a:t>不回傳給模型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4690872"/>
            <a:ext cx="3108960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raw frame、query body、實體路徑、
credentials、完整 MIME bytes、stdout。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160520"/>
            <a:ext cx="3429000" cy="123444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89120" y="4160520"/>
            <a:ext cx="73152" cy="123444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430682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43CA93"/>
                </a:solidFill>
                <a:latin typeface="Noto Sans CJK TC"/>
              </a:rPr>
              <a:t>可驗證 provenance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4690872"/>
            <a:ext cx="3108960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snapshot / plan / frame / code hashes
與 validity audit 綁定執行。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4709160"/>
            <a:ext cx="3200400" cy="100584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4709160"/>
            <a:ext cx="73152" cy="100584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4855464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A94D"/>
                </a:solidFill>
                <a:latin typeface="Noto Sans CJK TC"/>
              </a:rPr>
              <a:t>Dashboard 綁定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8" y="5239512"/>
            <a:ext cx="2880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CCF"/>
                </a:solidFill>
                <a:latin typeface="Noto Sans CJK TC"/>
              </a:rPr>
              <a:t>Bridge 只解析授權 ref，不設計圖表。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06 /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安全模型：每個信任邊界都 fail 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來源：docs/adr/0001、0003；docs/design/sandbox-analysis-mcp.md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3CA93"/>
                </a:solidFill>
                <a:latin typeface="Noto Sans CJK TC"/>
              </a:rPr>
              <a:t>語意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56231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Ontology 僅提供宣告；Planner 重載 snapshot、驗 hash 並重新裁決。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73152" cy="114300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8950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8CAE4"/>
                </a:solidFill>
                <a:latin typeface="Noto Sans CJK TC"/>
              </a:rPr>
              <a:t>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73552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MCP 不持有 DB 帳密；Grafana 是唯一 datasource executor。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B1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30682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B177FF"/>
                </a:solidFill>
                <a:latin typeface="Noto Sans CJK TC"/>
              </a:rPr>
              <a:t>計算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690872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每次 fresh sandbox；deny-all egress、
無 credentials、無 host volume。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4B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47218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4B81FF"/>
                </a:solidFill>
                <a:latin typeface="Noto Sans CJK TC"/>
              </a:rPr>
              <a:t>身份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856231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外部 MCP 要求 shared bearer +
server-configured org/user context。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74320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743200"/>
            <a:ext cx="73152" cy="114300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88950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A94D"/>
                </a:solidFill>
                <a:latin typeface="Noto Sans CJK TC"/>
              </a:rPr>
              <a:t>產物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owner/session-bound refs；signed URL 有 retention deadline。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60520"/>
            <a:ext cx="5303520" cy="114300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160520"/>
            <a:ext cx="73152" cy="1143000"/>
          </a:xfrm>
          <a:prstGeom prst="rect">
            <a:avLst/>
          </a:prstGeom>
          <a:solidFill>
            <a:srgbClr val="FF6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306824"/>
            <a:ext cx="4983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6775"/>
                </a:solidFill>
                <a:latin typeface="Noto Sans CJK TC"/>
              </a:rPr>
              <a:t>寫入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690872"/>
            <a:ext cx="4983480" cy="52120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所有 Grafana mutation 經 host approval；
不能用 caller boolean 代替。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A94D"/>
                </a:solidFill>
                <a:latin typeface="Noto Sans CJK TC"/>
              </a:rPr>
              <a:t>Production：image digest pinning + authenticated OpenSandbox + gVisor / Kata / Firecracker；runc 僅限本機開發。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07 / DASHBOARD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Dashboard：Preview 與正式發布是兩個受控階段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來源：docs/adr/0003；docs/design/sandbox-analysis-mcp.md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57984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完整 Dashboard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05456"/>
            <a:ext cx="1645920" cy="4480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LLM 選 panel / layout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5740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157984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Artifact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05456"/>
            <a:ext cx="1645920" cy="4480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解析 plan / PNG binding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57400"/>
            <a:ext cx="182880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157984"/>
            <a:ext cx="164592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Host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505456"/>
            <a:ext cx="1645920" cy="4480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built-in Grafana MCP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417320"/>
            <a:ext cx="1874519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517904"/>
            <a:ext cx="1691639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Preview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65376"/>
            <a:ext cx="1691639" cy="4480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tag: ask-o11y-preview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063240"/>
            <a:ext cx="1783080" cy="9601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3163824"/>
            <a:ext cx="16002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Published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3511296"/>
            <a:ext cx="1600200" cy="4480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同一 UID，移除 tag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2542032"/>
            <a:ext cx="50292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2542032"/>
            <a:ext cx="50292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86600" y="2542032"/>
            <a:ext cx="502920" cy="0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635240" y="2743200"/>
            <a:ext cx="1783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使用者檢視並確認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1920240"/>
            <a:ext cx="365760" cy="1481328"/>
          </a:xfrm>
          <a:prstGeom prst="line">
            <a:avLst/>
          </a:prstGeom>
          <a:ln w="25400">
            <a:solidFill>
              <a:srgbClr val="475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343400"/>
            <a:ext cx="106984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發布階段只讀取／更新已綁定的 Preview UID；不重跑 query、Python、panel selection。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074920"/>
            <a:ext cx="10058400" cy="6858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AEBCCF"/>
                </a:solidFill>
                <a:latin typeface="Noto Sans CJK TC"/>
              </a:rPr>
              <a:t>分析 Dashboard = 靜態 PNG / text 報告，不混入 Grafana data targets。
未使用 Sandbox 的 Dashboard 才能以 $plan_ref 建立原生 Grafana query target。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08 /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本機部署拓撲與服務端口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來源：compose.yaml；scripts/start-local-services.sh；config/adaptive-mcp-capabilities.json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55680" cy="4663440"/>
          </a:xfrm>
          <a:prstGeom prst="roundRect">
            <a:avLst/>
          </a:prstGeom>
          <a:solidFill>
            <a:srgbClr val="0E192A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AEBCCF"/>
                </a:solidFill>
                <a:latin typeface="Noto Sans CJK TC"/>
              </a:rPr>
              <a:t>localhost / Docker + uv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Grafana 13.1.2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225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:3000 · Ask O11y plugin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46120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67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467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Redis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941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:6379 · state /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17720"/>
            <a:ext cx="2011680" cy="7315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1830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CSV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65776"/>
            <a:ext cx="182880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874519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3C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19751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Ontology +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225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:8771 · :8768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246120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3467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Grafana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6941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4617720"/>
            <a:ext cx="2011680" cy="7315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FFA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471830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Artifact 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065776"/>
            <a:ext cx="182880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874519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19751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Sandbox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23225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:8777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246120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B1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33467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OpenSandbox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79" y="36941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:8080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617720"/>
            <a:ext cx="2011680" cy="73152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B8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4718304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pi-gateway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5065776"/>
            <a:ext cx="182880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:4000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840" y="1874519"/>
            <a:ext cx="2011680" cy="914400"/>
          </a:xfrm>
          <a:prstGeom prst="roundRect">
            <a:avLst/>
          </a:prstGeom>
          <a:solidFill>
            <a:srgbClr val="1C2A40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1975103"/>
            <a:ext cx="1828800" cy="32004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Noto Sans CJK TC"/>
              </a:rPr>
              <a:t>WFERP MSSQL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2322576"/>
            <a:ext cx="1828800" cy="402335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AEBCCF"/>
                </a:solidFill>
                <a:latin typeface="Noto Sans CJK TC"/>
              </a:rPr>
              <a:t>:14334 → 1433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42832" y="3337560"/>
            <a:ext cx="21488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Noto Sans CJK TC"/>
              </a:rPr>
              <a:t>啟動命令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2520" y="3840480"/>
            <a:ext cx="2560320" cy="8686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DejaVu Sans"/>
              </a:rPr>
              <a:t>./scripts/
start-local-services.sh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48CAE4"/>
                </a:solidFill>
                <a:latin typeface="Noto Sans CJK TC"/>
              </a:rPr>
              <a:t>09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Noto Sans CJK TC"/>
              </a:rPr>
              <a:t>上線前檢查：本機可跑，不等於 production attestation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502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CCF"/>
                </a:solidFill>
                <a:latin typeface="Noto Sans CJK T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19088"/>
            <a:ext cx="10241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EBCCF"/>
                </a:solidFill>
                <a:latin typeface="Noto Sans CJK TC"/>
              </a:rPr>
              <a:t>來源：sandbox-analysis-mcp/README.md；docs/adr/0003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5661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356616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1790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8CAE4"/>
                </a:solidFill>
                <a:latin typeface="Noto Sans CJK TC"/>
              </a:rPr>
              <a:t>目前本機模式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3108960" cy="2944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• Docker Compose：Grafana / Redis / CSV
• uv processes：五個 MCP
• OpenSandbox：本機 runtime
• loopback + shared bearer
• WFERP test MSSQL fixture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35661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3566160"/>
          </a:xfrm>
          <a:prstGeom prst="rect">
            <a:avLst/>
          </a:prstGeom>
          <a:solidFill>
            <a:srgbClr val="FFA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A94D"/>
                </a:solidFill>
                <a:latin typeface="Noto Sans CJK TC"/>
              </a:rPr>
              <a:t>Production 必要補強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108960" cy="2944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• Sandbox image digest pinning
• OpenSandbox API authentication
• gVisor / Kata / Firecracker
• TLS asset gateway
• 監控 retention、timeout、資源上限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29000" cy="3566160"/>
          </a:xfrm>
          <a:prstGeom prst="roundRect">
            <a:avLst/>
          </a:prstGeom>
          <a:solidFill>
            <a:srgbClr val="141F32"/>
          </a:solidFill>
          <a:ln w="15240">
            <a:solidFill>
              <a:srgbClr val="475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73152" cy="3566160"/>
          </a:xfrm>
          <a:prstGeom prst="rect">
            <a:avLst/>
          </a:prstGeom>
          <a:solidFill>
            <a:srgbClr val="43C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17904"/>
            <a:ext cx="3108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43CA93"/>
                </a:solidFill>
                <a:latin typeface="Noto Sans CJK TC"/>
              </a:rPr>
              <a:t>驗證焦點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01952"/>
            <a:ext cx="3108960" cy="2944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CCF"/>
                </a:solidFill>
                <a:latin typeface="Noto Sans CJK TC"/>
              </a:rPr>
              <a:t>• MCP identity fail-closed
• Planner negative gates
• frame / artifact ownership
• Preview → same-UID publish
• 無 direct DB / host Python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96128"/>
            <a:ext cx="105156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Noto Sans CJK TC"/>
              </a:rPr>
              <a:t>架構摘要：一個動態規劃者，五個最小 MCP 邊界，Grafana 負責資料與 Dashboard，Sandbox 負責隔離計算。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本專案 Ask O11y 系統架構</dc:title>
  <dc:subject>Grafana Ask O11y + adaptive MCP architecture</dc:subject>
  <dc:creator>Project architecture briefing</dc:creator>
  <cp:keywords>Grafana, Ask O11y, MCP, OpenSandbox, architecture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