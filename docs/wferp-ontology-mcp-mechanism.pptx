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60120"/>
            <a:ext cx="603504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8CAE4"/>
                </a:solidFill>
                <a:latin typeface="Noto Sans CJK TC"/>
              </a:rPr>
              <a:t>ASK O11Y × WFERP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400800" cy="11430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4100" b="1">
                <a:solidFill>
                  <a:srgbClr val="F5F8FC"/>
                </a:solidFill>
                <a:latin typeface="Noto Sans CJK TC"/>
              </a:rPr>
              <a:t>Ontology MCP 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71800"/>
            <a:ext cx="6126480" cy="9144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000" b="0">
                <a:solidFill>
                  <a:srgbClr val="AEBCCF"/>
                </a:solidFill>
                <a:latin typeface="Noto Sans CJK TC"/>
              </a:rPr>
              <a:t>從 ERP metadata 到可驗證語意快照
再到 fail-closed SQL JOIN 授權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914400"/>
            <a:ext cx="1600200" cy="7772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014984"/>
            <a:ext cx="14173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METADATA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55480" y="1874519"/>
            <a:ext cx="1600200" cy="7772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19" y="1975103"/>
            <a:ext cx="14173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CANDIDATE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063240"/>
            <a:ext cx="1600200" cy="7772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19" y="3163824"/>
            <a:ext cx="14173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4251960"/>
            <a:ext cx="1600200" cy="7772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0" y="4352544"/>
            <a:ext cx="14173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Noto Sans CJK TC"/>
              </a:rPr>
              <a:t>MCP / PLAN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06840" y="1298448"/>
            <a:ext cx="548640" cy="96012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503920" y="2651760"/>
            <a:ext cx="1051560" cy="41148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26880" y="3456432"/>
            <a:ext cx="548640" cy="1179576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5989320"/>
            <a:ext cx="5303520" cy="2743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EBCCF"/>
                </a:solidFill>
                <a:latin typeface="Noto Sans CJK TC"/>
              </a:rPr>
              <a:t>Technical briefing · 2026-08-20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01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為什麼 WFERP 需要 Ontology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來源：docs/design/generic-ontology-core.md；docs/verification/wferp-ontology-import.md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371600"/>
          </a:xfrm>
          <a:prstGeom prst="rect">
            <a:avLst/>
          </a:prstGeom>
          <a:solidFill>
            <a:srgbClr val="4B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63039"/>
            <a:ext cx="3154679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700" b="1">
                <a:solidFill>
                  <a:srgbClr val="4B81FF"/>
                </a:solidFill>
                <a:latin typeface="Noto Sans CJK TC"/>
              </a:rPr>
              <a:t>1,369 張資料表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56231"/>
            <a:ext cx="3154679" cy="7498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表名與欄位多、跨模組；
只靠 LLM 猜測容易選錯資料集。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73152" cy="13716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39"/>
            <a:ext cx="3154679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700" b="1">
                <a:solidFill>
                  <a:srgbClr val="48CAE4"/>
                </a:solidFill>
                <a:latin typeface="Noto Sans CJK TC"/>
              </a:rPr>
              <a:t>32,022 個欄位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56231"/>
            <a:ext cx="3154679" cy="7498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實體 metadata 可觀測，
但不等於已核准的商業語意。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325880"/>
            <a:ext cx="347472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325880"/>
            <a:ext cx="73152" cy="13716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63039"/>
            <a:ext cx="3154679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A94D"/>
                </a:solidFill>
                <a:latin typeface="Noto Sans CJK TC"/>
              </a:rPr>
              <a:t>1,178 條 heuristic 關聯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56231"/>
            <a:ext cx="3154679" cy="7498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只能作候選證據；
預設 proposed、不可執行。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347472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 CJK TC"/>
              </a:rPr>
              <a:t>核心答案不是「多建一個資料庫」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75887"/>
            <a:ext cx="5212080" cy="192024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Noto Sans CJK TC"/>
              </a:defRPr>
            </a:pPr>
            <a:r>
              <a:t>•  Ontology Core 只發布 immutable、read-only semantic snapshot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Noto Sans CJK TC"/>
              </a:defRPr>
            </a:pPr>
            <a:r>
              <a:t>•  MCP 只回傳 bounded declarations，不讀取 ERP rows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Noto Sans CJK TC"/>
              </a:defRPr>
            </a:pPr>
            <a:r>
              <a:t>•  Planner 才是查詢前的 deterministic final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347472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 CJK TC"/>
              </a:rPr>
              <a:t>設計上刻意不做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75887"/>
            <a:ext cx="5212080" cy="192024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Noto Sans CJK TC"/>
              </a:defRPr>
            </a:pPr>
            <a:r>
              <a:t>•  不把 confidence 當 approval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Noto Sans CJK TC"/>
              </a:defRPr>
            </a:pPr>
            <a:r>
              <a:t>•  不讓 Ontology MCP 持有 DB credentials 或執行 SQL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500">
                <a:solidFill>
                  <a:srgbClr val="F5F8FC"/>
                </a:solidFill>
                <a:latin typeface="Noto Sans CJK TC"/>
              </a:defRPr>
            </a:pPr>
            <a:r>
              <a:t>•  不提供任意 SPARQL／Cypher／graph dump／mutation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02 / BUILD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離線建置：metadata → 候選 → 人工核准 → 快照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來源：scripts/import-wferp-ontology.py；promote-ontology-relations.py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1691640" cy="14173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9384"/>
            <a:ext cx="15087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WFERP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276856"/>
            <a:ext cx="1472184" cy="9052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schema bundle
PK map
heuristic edges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828800"/>
            <a:ext cx="1691640" cy="14173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929384"/>
            <a:ext cx="15087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Candidate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276856"/>
            <a:ext cx="1472184" cy="9052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table/field = observed
relation = proposed
executable = false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1691640" cy="14173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29384"/>
            <a:ext cx="15087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FK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276856"/>
            <a:ext cx="1472184" cy="9052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checked SQL Server FK
仍先轉 proposed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828800"/>
            <a:ext cx="1691640" cy="14173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1929384"/>
            <a:ext cx="15087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Review manifest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276856"/>
            <a:ext cx="1472184" cy="9052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owner + effective date
exact endpoints + keys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828800"/>
            <a:ext cx="1691640" cy="14173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929384"/>
            <a:ext cx="15087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Immutable 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7" y="2276856"/>
            <a:ext cx="1472184" cy="9052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AEBCCF"/>
                </a:solidFill>
                <a:latin typeface="Noto Sans CJK TC"/>
              </a:rPr>
              <a:t>canonical JSON
SHA-256 + catalog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03120" y="2542032"/>
            <a:ext cx="32004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14800" y="2542032"/>
            <a:ext cx="32004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63640" y="2542032"/>
            <a:ext cx="320039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542032"/>
            <a:ext cx="320039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3886200"/>
            <a:ext cx="3383280" cy="13258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886200"/>
            <a:ext cx="73152" cy="1325880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02336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6775"/>
                </a:solidFill>
                <a:latin typeface="Noto Sans CJK TC"/>
              </a:rPr>
              <a:t>Importer 的安全底線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416552"/>
            <a:ext cx="3063240" cy="7040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不連 datasource、不讀 rows、不猜缺失 PK；
所有 heuristic 關聯固定不可執行。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3886200"/>
            <a:ext cx="3383280" cy="13258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7408" y="3886200"/>
            <a:ext cx="73152" cy="132588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8576" y="402336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A94D"/>
                </a:solidFill>
                <a:latin typeface="Noto Sans CJK TC"/>
              </a:rPr>
              <a:t>Promotion 的安全底線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4416552"/>
            <a:ext cx="3063240" cy="7040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核准項目必須存在、端點與 key 完全一致；
衝突或重複立即拒絕。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3886200"/>
            <a:ext cx="3383280" cy="13258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9016" y="3886200"/>
            <a:ext cx="73152" cy="132588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4" y="402336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3CA93"/>
                </a:solidFill>
                <a:latin typeface="Noto Sans CJK TC"/>
              </a:rPr>
              <a:t>Release 的可重現性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4416552"/>
            <a:ext cx="3063240" cy="7040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JSON Schema 驗證、canonical bytes；
重建需 byte-identical。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03 / 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核准模型：artifact 可發布，不代表所有語意可執行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來源：semantic/approvals/wferp-test-relations.yaml；generic-ontology-core.md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148840" cy="10058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17904"/>
            <a:ext cx="19659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65376"/>
            <a:ext cx="1929384" cy="4937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看到實體表／欄位
不宣稱商業真相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17320"/>
            <a:ext cx="2148840" cy="10058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517904"/>
            <a:ext cx="19659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Proposed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1865376"/>
            <a:ext cx="1929384" cy="4937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候選關聯／推測
不可授權 JOIN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417320"/>
            <a:ext cx="2148840" cy="10058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517904"/>
            <a:ext cx="19659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1865376"/>
            <a:ext cx="1929384" cy="4937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經明確 review
可作限定用途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2148840" cy="10058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517904"/>
            <a:ext cx="196596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Executable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1865376"/>
            <a:ext cx="1929384" cy="4937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relation 另需 true
才可授權 JOIN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1920240"/>
            <a:ext cx="32004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03520" y="1920240"/>
            <a:ext cx="320039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772400" y="1920240"/>
            <a:ext cx="32004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3154680"/>
            <a:ext cx="3383280" cy="16459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154680"/>
            <a:ext cx="73152" cy="164592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9184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3CA93"/>
                </a:solidFill>
                <a:latin typeface="Noto Sans CJK TC"/>
              </a:rPr>
              <a:t>Snapshot status = approved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685032"/>
            <a:ext cx="3063240" cy="10241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只代表 immutable artifact 可供 read-only discovery；
dataset／field／relation 保留自己的 evidence status。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154680"/>
            <a:ext cx="3383280" cy="16459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3154680"/>
            <a:ext cx="73152" cy="1645920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29184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6775"/>
                </a:solidFill>
                <a:latin typeface="Noto Sans CJK TC"/>
              </a:rPr>
              <a:t>自動核准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3685032"/>
            <a:ext cx="3063240" cy="10241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Importer 不會提升語意狀態；
即使是 SQL Server FK evidence，也必須經 manifest review。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9016" y="3154680"/>
            <a:ext cx="3383280" cy="16459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9016" y="3154680"/>
            <a:ext cx="73152" cy="164592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329184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A94D"/>
                </a:solidFill>
                <a:latin typeface="Noto Sans CJK TC"/>
              </a:rPr>
              <a:t>目前驗證範圍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3685032"/>
            <a:ext cx="3063240" cy="10241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隔離測試 DB 中只有 2 條 checked FK
被核准為 executable。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Noto Sans CJK TC"/>
              </a:rPr>
              <a:t>關鍵原則：confidence ≠ approval；discovery ≠ authorization。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04 / MCP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Runtime：Ontology MCP 只提供 bounded、read-only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來源：ontology-mcp/server.py；docs/design/generic-ontology-core.md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10972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109728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371600"/>
            <a:ext cx="493776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3CA93"/>
                </a:solidFill>
                <a:latin typeface="Noto Sans CJK TC"/>
              </a:rPr>
              <a:t>list_snapshots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4937760" cy="4754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依 namespace／dataset 找 snapshot manifest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10972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10972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71600"/>
            <a:ext cx="493776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8CAE4"/>
                </a:solidFill>
                <a:latin typeface="Noto Sans CJK TC"/>
              </a:rPr>
              <a:t>get_relation_paths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64792"/>
            <a:ext cx="4937760" cy="4754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dataset seeds；max_hops ≤ 3、limit ≤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51760"/>
            <a:ext cx="5257800" cy="10972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651760"/>
            <a:ext cx="73152" cy="1097280"/>
          </a:xfrm>
          <a:prstGeom prst="rect">
            <a:avLst/>
          </a:prstGeom>
          <a:solidFill>
            <a:srgbClr val="4B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2788920"/>
            <a:ext cx="493776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B81FF"/>
                </a:solidFill>
                <a:latin typeface="Noto Sans CJK TC"/>
              </a:rPr>
              <a:t>resolve_concepts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182112"/>
            <a:ext cx="4937760" cy="4754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將詞彙映射為候選概念，不替使用者猜唯一答案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651760"/>
            <a:ext cx="5257800" cy="10972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73152" cy="1097280"/>
          </a:xfrm>
          <a:prstGeom prst="rect">
            <a:avLst/>
          </a:prstGeom>
          <a:solidFill>
            <a:srgbClr val="B1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788920"/>
            <a:ext cx="493776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177FF"/>
                </a:solidFill>
                <a:latin typeface="Noto Sans CJK TC"/>
              </a:rPr>
              <a:t>get_semantic_context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182112"/>
            <a:ext cx="4937760" cy="4754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回傳 grain、keys、fields、relations 與 snapshot identity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69080"/>
            <a:ext cx="5257800" cy="10972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69080"/>
            <a:ext cx="73152" cy="109728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206240"/>
            <a:ext cx="493776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A94D"/>
                </a:solidFill>
                <a:latin typeface="Noto Sans CJK TC"/>
              </a:rPr>
              <a:t>classify_fields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599432"/>
            <a:ext cx="4937760" cy="4754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回傳欄位 kind／status／availability／evidence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69080"/>
            <a:ext cx="5257800" cy="109728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069080"/>
            <a:ext cx="73152" cy="1097280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206240"/>
            <a:ext cx="493776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F6775"/>
                </a:solidFill>
                <a:latin typeface="Noto Sans CJK TC"/>
              </a:rPr>
              <a:t>validate_analysis_contract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599432"/>
            <a:ext cx="4937760" cy="47548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保留 U1 ML advisory validator；不是通用 authorization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698480" cy="38404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每次讀取都先 resolve catalog → 驗 path／snapshot ID／canonical hash／registry approval。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05 / RUNTIME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查詢流程：Ontology 協助發現，Planner 才能授權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來源：data-query-planner-mcp/wferp_sql.py；ontology_sql_validator.py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65960"/>
            <a:ext cx="1417320" cy="12344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66543"/>
            <a:ext cx="123444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使用者意圖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414015"/>
            <a:ext cx="1197864" cy="7223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AEBCCF"/>
                </a:solidFill>
                <a:latin typeface="Noto Sans CJK TC"/>
              </a:rPr>
              <a:t>自然語言問題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1965960"/>
            <a:ext cx="1417320" cy="12344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066543"/>
            <a:ext cx="123444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Ontology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7128" y="2414015"/>
            <a:ext cx="1197864" cy="7223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AEBCCF"/>
                </a:solidFill>
                <a:latin typeface="Noto Sans CJK TC"/>
              </a:rPr>
              <a:t>snapshot／relation paths
沒有資料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965960"/>
            <a:ext cx="1417320" cy="12344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066543"/>
            <a:ext cx="123444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Planner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5928" y="2414015"/>
            <a:ext cx="1197864" cy="7223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AEBCCF"/>
                </a:solidFill>
                <a:latin typeface="Noto Sans CJK TC"/>
              </a:rPr>
              <a:t>lexical seed + approved
graph expansion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965960"/>
            <a:ext cx="1417320" cy="12344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066543"/>
            <a:ext cx="123444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Ask O11y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2414015"/>
            <a:ext cx="1197864" cy="7223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AEBCCF"/>
                </a:solidFill>
                <a:latin typeface="Noto Sans CJK TC"/>
              </a:rPr>
              <a:t>產生一個 T-SQL SELECT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965960"/>
            <a:ext cx="1417320" cy="12344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2066543"/>
            <a:ext cx="123444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Deterministic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7" y="2414015"/>
            <a:ext cx="1197864" cy="7223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AEBCCF"/>
                </a:solidFill>
                <a:latin typeface="Noto Sans CJK TC"/>
              </a:rPr>
              <a:t>policy + metadata + prompt
+ ontology JOIN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965960"/>
            <a:ext cx="1417320" cy="123444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066543"/>
            <a:ext cx="123444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Grafana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2414015"/>
            <a:ext cx="1197864" cy="72237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900" b="0">
                <a:solidFill>
                  <a:srgbClr val="AEBCCF"/>
                </a:solidFill>
                <a:latin typeface="Noto Sans CJK TC"/>
              </a:rPr>
              <a:t>只執行 opaque
authorized plan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2578608"/>
            <a:ext cx="2286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57600" y="2578608"/>
            <a:ext cx="2286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77840" y="2578608"/>
            <a:ext cx="2286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498079" y="2578608"/>
            <a:ext cx="2286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26880" y="2578608"/>
            <a:ext cx="2286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85800" y="3886200"/>
            <a:ext cx="338328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886200"/>
            <a:ext cx="73152" cy="1371600"/>
          </a:xfrm>
          <a:prstGeom prst="rect">
            <a:avLst/>
          </a:prstGeom>
          <a:solidFill>
            <a:srgbClr val="4B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402336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B81FF"/>
                </a:solidFill>
                <a:latin typeface="Noto Sans CJK TC"/>
              </a:rPr>
              <a:t>Schema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416552"/>
            <a:ext cx="3063240" cy="7498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只給 bounded tables／columns；
approved relation 先擴圖，再補 lexical matches。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7408" y="3886200"/>
            <a:ext cx="338328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07408" y="3886200"/>
            <a:ext cx="73152" cy="137160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8576" y="402336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3CA93"/>
                </a:solidFill>
                <a:latin typeface="Noto Sans CJK TC"/>
              </a:rPr>
              <a:t>Immutable plan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08576" y="4416552"/>
            <a:ext cx="3063240" cy="7498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綁定 SQL、datasource、snapshot ID／hash；
任何 covered value 改變都要新 plan。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9016" y="3886200"/>
            <a:ext cx="338328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29016" y="3886200"/>
            <a:ext cx="73152" cy="13716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4" y="402336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A94D"/>
                </a:solidFill>
                <a:latin typeface="Noto Sans CJK TC"/>
              </a:rPr>
              <a:t>唯一執行邊界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4" y="4416552"/>
            <a:ext cx="3063240" cy="74980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Grafana `/api/ds/query` 管理連線與權限；
沒有 standalone WFERP MCP。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06 / FAIL-CLOSED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JOIN gate：SQLGlot AST 逐 scope 驗證 exact approved 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來源：ontology_sql_validator.py；docs/verification/wferp-ontology-import.md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517904"/>
            <a:ext cx="16459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Parse T-SQL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65376"/>
            <a:ext cx="1609344" cy="4480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必須是單一 SELECT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517904"/>
            <a:ext cx="16459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Build scopes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1865376"/>
            <a:ext cx="1609344" cy="4480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含 correlated subquery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41732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517904"/>
            <a:ext cx="16459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Find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865376"/>
            <a:ext cx="1609344" cy="4480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resolve alias →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41732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517904"/>
            <a:ext cx="16459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Match 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1865376"/>
            <a:ext cx="1609344" cy="4480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approved + executable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41732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1517904"/>
            <a:ext cx="1645920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Match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1865376"/>
            <a:ext cx="1609344" cy="44805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exact equality pairs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68880" y="1901952"/>
            <a:ext cx="41148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09160" y="1901952"/>
            <a:ext cx="41148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49440" y="1901952"/>
            <a:ext cx="411479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89720" y="1901952"/>
            <a:ext cx="41148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3246120"/>
            <a:ext cx="3383280" cy="150876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246120"/>
            <a:ext cx="73152" cy="150876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383279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3CA93"/>
                </a:solidFill>
                <a:latin typeface="Noto Sans CJK TC"/>
              </a:rPr>
              <a:t>通過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3776472"/>
            <a:ext cx="3063240" cy="88696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單表 SELECT 或每個 JOIN 都由 exact relation 支撐；
Planner 建立 immutable plan。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3246120"/>
            <a:ext cx="3383280" cy="150876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07408" y="3246120"/>
            <a:ext cx="73152" cy="1508760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8576" y="3383279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6775"/>
                </a:solidFill>
                <a:latin typeface="Noto Sans CJK TC"/>
              </a:rPr>
              <a:t>JOIN_RELATION_NOT_APPROVED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3776472"/>
            <a:ext cx="3063240" cy="88696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找不到 approved + executable 關聯；
heuristic-only relation 必定在查詢前停止。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9016" y="3246120"/>
            <a:ext cx="3383280" cy="150876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9016" y="3246120"/>
            <a:ext cx="73152" cy="150876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4" y="3383279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A94D"/>
                </a:solidFill>
                <a:latin typeface="Noto Sans CJK TC"/>
              </a:rPr>
              <a:t>JOIN_PREDICATE_MISMATCH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3776472"/>
            <a:ext cx="3063240" cy="886967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表關聯存在，但 ON key 不完整或不一致；
Grafana call count 保持 0。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Ontology MCP 被攻破也不能直接放行：Planner 會重新載入受信任 snapshot 並重驗。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07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已驗證結果：可發現、可擴圖、錯誤 JOIN 會在資料前被拒絕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來源：docs/verification/wferp-ontology-import.md；semantic/catalog.json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3474720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73152" cy="141732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17319"/>
            <a:ext cx="3154679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700" b="1">
                <a:solidFill>
                  <a:srgbClr val="43CA93"/>
                </a:solidFill>
                <a:latin typeface="Noto Sans CJK TC"/>
              </a:rPr>
              <a:t>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3154679" cy="7955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wferp-v0.1.0
SHA-256: f8ef905c…bef2a5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80160"/>
            <a:ext cx="3474720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80160"/>
            <a:ext cx="73152" cy="14173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19"/>
            <a:ext cx="3154679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700" b="1">
                <a:solidFill>
                  <a:srgbClr val="48CAE4"/>
                </a:solidFill>
                <a:latin typeface="Noto Sans CJK TC"/>
              </a:rP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10512"/>
            <a:ext cx="3154679" cy="7955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1,369 tables · 32,022 fields
1,178 proposed relations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280160"/>
            <a:ext cx="3474720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280160"/>
            <a:ext cx="73152" cy="141732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17319"/>
            <a:ext cx="3154679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FA94D"/>
                </a:solidFill>
                <a:latin typeface="Noto Sans CJK TC"/>
              </a:rPr>
              <a:t>Executable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10512"/>
            <a:ext cx="3154679" cy="7955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2 reviewed FK relations
ACTMI → ACTMJ → ACTMK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27432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 CJK TC"/>
              </a:rPr>
              <a:t>正向證據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5074920" cy="173736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Noto Sans CJK TC"/>
              </a:defRPr>
            </a:pPr>
            <a:r>
              <a:t>•  兩表 JOIN：成功並回傳預期 row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Noto Sans CJK TC"/>
              </a:defRPr>
            </a:pPr>
            <a:r>
              <a:t>•  三表 JOIN + correlated subquery + CASE／SUM／GROUP BY／HAVING：成功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Noto Sans CJK TC"/>
              </a:defRPr>
            </a:pPr>
            <a:r>
              <a:t>•  get_relation_paths 可沿核准關聯擴展 ACTMK → ACTMJ → ACTMI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246120"/>
            <a:ext cx="2743200" cy="347472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 CJK TC"/>
              </a:rPr>
              <a:t>負向證據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657600"/>
            <a:ext cx="5074920" cy="173736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Noto Sans CJK TC"/>
              </a:defRPr>
            </a:pPr>
            <a:r>
              <a:t>•  錯誤 ON predicate → JOIN_PREDICATE_MISMATCH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Noto Sans CJK TC"/>
              </a:defRPr>
            </a:pPr>
            <a:r>
              <a:t>•  heuristic-only relation → JOIN_RELATION_NOT_APPROVED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400">
                <a:solidFill>
                  <a:srgbClr val="F5F8FC"/>
                </a:solidFill>
                <a:latin typeface="Noto Sans CJK TC"/>
              </a:defRPr>
            </a:pPr>
            <a:r>
              <a:t>•  兩種失敗都在 Grafana query 前停止（call count = 0）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486400" cy="22860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08 /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落地方式：一個 read-only Ontology MCP，不增加 WFERP 執行器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19088"/>
            <a:ext cx="103327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來源：scripts/start-local-services.sh；wferp-mcp/README.md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02920" cy="20116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05740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17904"/>
            <a:ext cx="1874519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Ontology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65376"/>
            <a:ext cx="1837943" cy="402335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:8771 · read-only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17320"/>
            <a:ext cx="205740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517904"/>
            <a:ext cx="1874519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Data Query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1865376"/>
            <a:ext cx="1837943" cy="402335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:8768 · plan-only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417320"/>
            <a:ext cx="205740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1517904"/>
            <a:ext cx="1874519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Grafana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1865376"/>
            <a:ext cx="1837943" cy="402335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:8772 · datasource executor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417320"/>
            <a:ext cx="205740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17904"/>
            <a:ext cx="1874519" cy="310896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WFERP MSSQL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1865376"/>
            <a:ext cx="1837943" cy="402335"/>
          </a:xfrm>
          <a:prstGeom prst="rect">
            <a:avLst/>
          </a:prstGeom>
          <a:noFill/>
        </p:spPr>
        <p:txBody>
          <a:bodyPr wrap="none" lIns="36576" rIns="36576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:14334 · fixture datasource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1874519"/>
            <a:ext cx="32004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1874519"/>
            <a:ext cx="320039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1874519"/>
            <a:ext cx="32004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3063240"/>
            <a:ext cx="3383280" cy="16459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063240"/>
            <a:ext cx="73152" cy="16459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20040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8CAE4"/>
                </a:solidFill>
                <a:latin typeface="Noto Sans CJK TC"/>
              </a:rPr>
              <a:t>啟動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593592"/>
            <a:ext cx="3063240" cy="10241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./scripts/start-local-services.sh
同時啟動 Grafana、MCP、OpenSandbox、
WFERP test DB。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3063240"/>
            <a:ext cx="3383280" cy="16459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07408" y="3063240"/>
            <a:ext cx="73152" cy="164592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08576" y="320040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43CA93"/>
                </a:solidFill>
                <a:latin typeface="Noto Sans CJK TC"/>
              </a:rPr>
              <a:t>重建與驗證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3593592"/>
            <a:ext cx="3063240" cy="10241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AEBCCF"/>
                </a:solidFill>
                <a:latin typeface="Noto Sans CJK TC"/>
              </a:rPr>
              <a:t>uv run python scripts/import-wferp-ontology.py --check
uv run python scripts/verify-wferp-ontology.py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9016" y="3063240"/>
            <a:ext cx="3383280" cy="16459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9016" y="3063240"/>
            <a:ext cx="73152" cy="1645920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3200400"/>
            <a:ext cx="3063240" cy="32004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F6775"/>
                </a:solidFill>
                <a:latin typeface="Noto Sans CJK TC"/>
              </a:rPr>
              <a:t>已退役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3593592"/>
            <a:ext cx="3063240" cy="1024128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standalone WFERP MCP 與 Renderer MCP
不註冊、不啟動；Grafana 保持唯一資料／Dashboard 邊界。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96128"/>
            <a:ext cx="10698480" cy="502920"/>
          </a:xfrm>
          <a:prstGeom prst="rect">
            <a:avLst/>
          </a:prstGeom>
          <a:noFill/>
        </p:spPr>
        <p:txBody>
          <a:bodyPr wrap="none" lIns="36576" rIns="36576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Noto Sans CJK TC"/>
              </a:rPr>
              <a:t>結論：Ontology 負責「知道什麼」；Planner 負責「能不能查」；Grafana 負責「真的去查」。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WFERP Ontology MCP 機制</dc:title>
  <dc:subject>Ask O11y WFERP ontology build, runtime and SQL authorization</dc:subject>
  <dc:creator>Ask O11y project</dc:creator>
  <cp:keywords>WFERP, Ontology, MCP, Ask O11y, Grafana, SQLGlot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